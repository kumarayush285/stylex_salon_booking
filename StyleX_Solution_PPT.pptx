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355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• StyleX  |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234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StyleX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74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Style. Your Barber. Your Choice.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Multi-Salon &amp; Barber Booking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931920"/>
            <a:ext cx="329184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931920"/>
            <a:ext cx="73152" cy="13716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Innovation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3931920"/>
            <a:ext cx="329184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3931920"/>
            <a:ext cx="73152" cy="13716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526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Style, Skip the Queue.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18120" y="3931920"/>
            <a:ext cx="356616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818120" y="3931920"/>
            <a:ext cx="73152" cy="13716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526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time, barber choice &amp; salon management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4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VISION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waiting times and crowded salons make customers waste valuable time before receiving their service.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28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286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waiting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barber may be unavailable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duration may be unclear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9976" y="169164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9976" y="169164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1828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286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management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proper queue management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manage service timings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8432" y="169164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28432" y="169164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1828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228600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salons, styles &amp; barbers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style guidance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Barbers lack a portable identity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925726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4343400"/>
            <a:ext cx="1834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salon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21254" y="464058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31566" y="4343400"/>
            <a:ext cx="1925726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977286" y="4343400"/>
            <a:ext cx="1834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wait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21301" y="464058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1613" y="4343400"/>
            <a:ext cx="1925726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77333" y="4343400"/>
            <a:ext cx="1834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unavailable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21347" y="464058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1659" y="4343400"/>
            <a:ext cx="1925726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77379" y="4343400"/>
            <a:ext cx="1834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price &amp; time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321394" y="464058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31706" y="4343400"/>
            <a:ext cx="1925726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577426" y="4343400"/>
            <a:ext cx="1834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 &amp; The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27432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salons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05740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shops, unknown wait.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customers cannot plan their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68624" y="14630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68624" y="1463040"/>
            <a:ext cx="73152" cy="27432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88664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88664" y="205740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Salons manage bookings by hand.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hard to manage timings, staff and queues.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5728" y="14630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05728" y="1463040"/>
            <a:ext cx="73152" cy="27432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5768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choices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25768" y="205740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duration and barber availability are unclear.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hard to compare salons, styles and barbers.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42832" y="1463040"/>
            <a:ext cx="25146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42832" y="1463040"/>
            <a:ext cx="73152" cy="27432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identity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2057400"/>
            <a:ext cx="1965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Barbers have no portable professional identity.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profile that moves with the barber.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645920" y="4617720"/>
            <a:ext cx="8869680" cy="137160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645920" y="4617720"/>
            <a:ext cx="73152" cy="13716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65960" y="4754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2120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StyleX combines exact service + exact barber + transparent price + duration + real availability + intelligent recommendations.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salon and grooming booking platform that reduces waiting and overcrowding.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265176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24028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to a crowded salon and wait.”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“Choose my salon, barber, style, price and time in advance.”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212080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645920"/>
            <a:ext cx="73152" cy="265176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40280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waiting time with advance slots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Minimize overcrowding and unmanaged queues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choice of service, stylist and slot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 salon appointments, staff and flow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salon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54580" y="512064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4892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610612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barber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87952" y="512064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264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43984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/ service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21324" y="512064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77356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54696" y="512064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10728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88068" y="512064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98380" y="4846320"/>
            <a:ext cx="1559052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944100" y="4846320"/>
            <a:ext cx="1467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&amp; Queue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advance booking to real-time queue status and reminders.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salon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92670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2982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48702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service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64131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74443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920163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stylist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35593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5905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91625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slot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07055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17367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063087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78517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88829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34549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real-time status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49978" y="267462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290" y="2377440"/>
            <a:ext cx="129714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206010" y="2377440"/>
            <a:ext cx="12057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931920"/>
            <a:ext cx="3337560" cy="146304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931920"/>
            <a:ext cx="73152" cy="14630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" y="4069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layer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• Book • Pay • Queue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425696" y="3931920"/>
            <a:ext cx="3337560" cy="146304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25696" y="3931920"/>
            <a:ext cx="73152" cy="14630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45736" y="4069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&amp; barber layer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745736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• Staff • Slots • Bookings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119872" y="3931920"/>
            <a:ext cx="3337560" cy="1463040"/>
          </a:xfrm>
          <a:prstGeom prst="roundRect">
            <a:avLst>
              <a:gd name="adj" fmla="val 1375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19872" y="3931920"/>
            <a:ext cx="73152" cy="14630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39912" y="4069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8439912" y="45262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• Recommendations • Predictions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37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94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salons, barbers, styles, services.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600200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600200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73736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Booking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194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availability; cancel, reschedule, rebook.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70632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ETA and “I’m on the way”.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2770632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2770632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29077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Bills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card, online or cash; digital invoice.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941064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407822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Support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5354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calling, tickets and complaints.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99632" y="3941064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3941064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9672" y="407822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&amp; Recommendations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45354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salon data.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111496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111496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52486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Barber Panels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7058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services, bookings, revenue, analytics.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99632" y="5111496"/>
            <a:ext cx="52578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99632" y="5111496"/>
            <a:ext cx="73152" cy="100584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9672" y="52486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 Transfer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57058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salons; salon data stays isolated.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suggests; backend validates; database stores truth; external services integrate; AI assists.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92424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Flutter app + React panels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87952" y="194310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98264" y="1691640"/>
            <a:ext cx="3392424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43984" y="1691640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REST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54696" y="194310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691640"/>
            <a:ext cx="3392424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10728" y="1691640"/>
            <a:ext cx="3300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333756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8892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83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• Salon • Staff • Services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• Booking • Queue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• Reviews • Support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25696" y="2788920"/>
            <a:ext cx="333756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5696" y="278892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45736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Service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745736" y="3383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• Waiting time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 • Sentiment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19872" y="2788920"/>
            <a:ext cx="333756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19872" y="2788920"/>
            <a:ext cx="73152" cy="20116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39912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439912" y="3383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API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645920" y="5029200"/>
            <a:ext cx="8869680" cy="109728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0" y="5029200"/>
            <a:ext cx="73152" cy="10972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65960" y="51663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transactional source of truth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965960" y="56235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• Salons • Barbers • Staff • Services • Bookings • Payments • Queues • Reviews • Inventory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follows the requirements of the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55448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mobile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554480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Dart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Customer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39696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39696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1396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139696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Owner / barber / admin operations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24912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27249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2724912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Security, business rules and transactions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310128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310128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3101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3310128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Transactional source of truth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895344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95344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89534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3895344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Predictions and recommendations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480560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480560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448056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480560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• Payment gateway • Maps API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Push, payments, location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5065776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5065776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" y="506577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5065776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• VS Code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Code history and development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5650992"/>
            <a:ext cx="1072591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5650992"/>
            <a:ext cx="73152" cy="493776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565099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5650992"/>
            <a:ext cx="8165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suggests → Backend validates → Database stores truth</a:t>
            </a:r>
            <a:pPr indent="0" marL="0"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AI assists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Challenges &amp;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375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73152" cy="32004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5087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965960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Technically feasible with existing mobile, cloud database, real-time booking, location and notification technology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Phased roadmap: reliable MVP first, AI after data exists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25696" y="1371600"/>
            <a:ext cx="33375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25696" y="1371600"/>
            <a:ext cx="73152" cy="32004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45736" y="15087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Strategies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1965960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Risks: slot conflicts, connectivity, incorrect availability, cancellations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slot-locking and transaction protection, reliable notifications, automatic booking updates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9872" y="1371600"/>
            <a:ext cx="33375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19872" y="1371600"/>
            <a:ext cx="73152" cy="32004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9912" y="15087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39912" y="1965960"/>
            <a:ext cx="2788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Saves customer time; advance booking and live queue updates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Social: less overcrowding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Economic: more appointments, better staff use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Operational: simpler appointment, staff and queue management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4892040"/>
            <a:ext cx="8869680" cy="1097280"/>
          </a:xfrm>
          <a:prstGeom prst="roundRect">
            <a:avLst>
              <a:gd name="adj" fmla="val 18333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45920" y="4892040"/>
            <a:ext cx="73152" cy="109728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65960" y="50292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486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get certainty; salons get control.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approach to salon visits.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212080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22860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2402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 crowded shop without knowing the wait.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 → Wait → Service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645920"/>
            <a:ext cx="5212080" cy="2286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5352" y="1645920"/>
            <a:ext cx="73152" cy="228600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5392" y="1783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StyleX approach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4028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exact service, barber, price, duration and available time first.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→ Book → Queue status → Service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salon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54580" y="482346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4892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610612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service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87952" y="482346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264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43984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stylist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21324" y="482346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1636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77356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slot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54696" y="482346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10728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88068" y="4823460"/>
            <a:ext cx="146304" cy="274320"/>
          </a:xfrm>
          <a:prstGeom prst="chevron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98380" y="4526280"/>
            <a:ext cx="1559052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944100" y="452628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7373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74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74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VISION AI: Aman Pal • Ayush Raj • Kunal Kumar Singh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468880" y="4572000"/>
            <a:ext cx="7223760" cy="118872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E1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0" y="4572000"/>
            <a:ext cx="73152" cy="1188720"/>
          </a:xfrm>
          <a:prstGeom prst="rect">
            <a:avLst/>
          </a:prstGeom>
          <a:solidFill>
            <a:srgbClr val="5748B5"/>
          </a:solidFill>
          <a:ln w="12700">
            <a:solidFill>
              <a:srgbClr val="5748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88920" y="47091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StyleX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51663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Style, Skip the Queue.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81635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A5F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StyleX - Solution Presentation</dc:title>
  <dc:subject>PptxGenJS Presentation</dc:subject>
  <dc:creator>Team VISION AI</dc:creator>
  <cp:lastModifiedBy>Team VISION AI</cp:lastModifiedBy>
  <cp:revision>1</cp:revision>
  <dcterms:created xsi:type="dcterms:W3CDTF">2026-10-07T06:44:04Z</dcterms:created>
  <dcterms:modified xsi:type="dcterms:W3CDTF">2026-10-07T06:44:04Z</dcterms:modified>
</cp:coreProperties>
</file>